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armathi S" userId="057e36cf6e5129e8" providerId="LiveId" clId="{9EC437C0-D452-41F4-AFC3-90E17145E97A}"/>
    <pc:docChg chg="modSld">
      <pc:chgData name="Valarmathi S" userId="057e36cf6e5129e8" providerId="LiveId" clId="{9EC437C0-D452-41F4-AFC3-90E17145E97A}" dt="2025-11-21T02:42:26.474" v="0" actId="1440"/>
      <pc:docMkLst>
        <pc:docMk/>
      </pc:docMkLst>
      <pc:sldChg chg="modSp mod">
        <pc:chgData name="Valarmathi S" userId="057e36cf6e5129e8" providerId="LiveId" clId="{9EC437C0-D452-41F4-AFC3-90E17145E97A}" dt="2025-11-21T02:42:26.474" v="0" actId="1440"/>
        <pc:sldMkLst>
          <pc:docMk/>
          <pc:sldMk cId="2620718785" sldId="256"/>
        </pc:sldMkLst>
        <pc:picChg chg="mod">
          <ac:chgData name="Valarmathi S" userId="057e36cf6e5129e8" providerId="LiveId" clId="{9EC437C0-D452-41F4-AFC3-90E17145E97A}" dt="2025-11-21T02:42:26.474" v="0" actId="1440"/>
          <ac:picMkLst>
            <pc:docMk/>
            <pc:sldMk cId="2620718785" sldId="256"/>
            <ac:picMk id="5" creationId="{7C636196-2A53-8CB5-300B-20E30A1630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2DCE0-3A4E-4F1F-8DAE-13AFC1224158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6E5E8-E6AF-483A-B901-8CD915662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58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6E5E8-E6AF-483A-B901-8CD91566215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59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D6D7-E2DE-A3EE-C6B1-D1F5AC802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AB1F0-9DD6-2D37-EE42-B37A7ABF4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74B3F-FEE8-A99A-7DE8-614E98CC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6D6E-2839-BCFD-C40C-B9DA6F5E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DE10-E001-A9EE-E1F5-941931B6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99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1F47-4F5A-2B58-95B0-EF54EA3F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28F4-0AE2-F086-3CAA-DBECCFC5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1982E-1E23-D0AE-E166-69A5B02E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E120-9028-5A64-0831-96FDB340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5ADD-386D-4DD2-7ACF-94CE3F58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54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D652C-FA9D-38A7-6B0F-A1ABE9A5F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361F6-578A-9653-5C51-4E2B42DB8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3FE17-CB52-6DE2-2661-6DDCD15E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089C0-824E-EC19-4A4B-5BFFE039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2F77-5BFB-A9F7-9316-E686D4B9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44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C103-91A2-DD9D-D219-3245D96C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3FB3-F1DC-9239-B5EB-2D9D4356F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66F5C-BBB8-1C7E-0C5E-01D0E764D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8591-B7C6-E70E-1168-042B381C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BDBC-6593-CFAC-87D5-031B001C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B0F2-670A-D5D5-47C4-B6657E99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11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3535-ACCD-2A92-DC7A-8428AD4B7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C7C7C-36D6-1A72-FAEF-9C84E5189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A53B0-CD0B-4A81-68CD-F81541D3E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EEAF3-7B10-A1F4-4C54-0ABFA19D8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FE4FA-7AAB-6BD3-0915-904B70C7D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AE1FF-A96D-D34A-0FB4-0D1F75E7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48C575-9094-1AE5-F3B3-61CD7B7A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9E36C-F989-B91F-7769-1D9C7D59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4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D441-399F-E7E3-552F-81B63185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A1153-503C-2F3C-1032-0608F0B7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48341-83A4-D66A-B1DF-DF13F559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D5492-55E6-649E-33CA-523D84B1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89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977A3-31BD-5161-3171-D3185213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D42E5-5369-970A-4499-DB07AC33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44CED-322A-30D8-3C03-83C0D736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52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637B-FC65-AFC8-565E-478A271A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B640-6ABA-FDFC-71BB-AEAF3E9FA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8B043-5905-E1E1-C83E-5CC187393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FF033-FABF-F3F7-2322-EE031E10B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0F78C-07BE-1F13-58EC-61A0E5C8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B4D7-A8FE-F7B2-6DCB-7486C8C1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3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3FB1-95C3-F73B-6F76-69A740DD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5CDBE-659F-FDC0-06F8-E136B1DA9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F88C6-577A-ED88-6114-D89BDFF52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85DCE-909C-FBCF-635B-B4259F247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694E5-9AC3-7C25-F609-641E826E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F605A-17E7-250F-2D3F-1771848E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F808-8BAA-6B67-20AC-9B3A89C2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12746-5D6A-3C65-3BE3-5672CFA78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094B-F937-635C-CAC9-0B02C814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68FA9-E470-81B7-6F09-F521D612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2826F-15C4-6A29-DF49-5BA0C896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3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0BFB2-3D5E-D4B5-138E-BC727A1B7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56BB4B-ABF8-079A-1DE4-5255BCE24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4EEB2-45B8-7DB7-B787-C112E23F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6538-8FD0-B267-32C8-EEAE057C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1BD32-7091-5DF2-27C9-429C3FEB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2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4D2B9-82CE-B1D7-FEA4-141AAC40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78DCF-A258-D3CB-A127-06B926455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AB0C-AB04-10B7-EF82-654D280FE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7F2C0-2F4B-476C-9099-B418A4869336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71BC6-D589-7DDB-64D0-5B91D7C37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0DCD1-6356-9149-4088-D91C1DDC0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CF584-5777-4A10-B4A3-1DAADD43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8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636196-2A53-8CB5-300B-20E30A163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8350"/>
            <a:ext cx="3136490" cy="4885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E60CA-5BB9-CFE3-9D1B-9C385F51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CACEB-B8DF-A802-D4E5-2CEE31802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rose</a:t>
            </a:r>
            <a:endParaRPr lang="en-IN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Caroler in Blue Jacket">
                <a:extLst>
                  <a:ext uri="{FF2B5EF4-FFF2-40B4-BE49-F238E27FC236}">
                    <a16:creationId xmlns:a16="http://schemas.microsoft.com/office/drawing/2014/main" id="{BC7B200C-65A8-FD52-DC45-C5864FA9BC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3032849"/>
                  </p:ext>
                </p:extLst>
              </p:nvPr>
            </p:nvGraphicFramePr>
            <p:xfrm>
              <a:off x="1555376" y="1233537"/>
              <a:ext cx="1827003" cy="4624604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827003" cy="4624604"/>
                    </a:xfrm>
                    <a:prstGeom prst="rect">
                      <a:avLst/>
                    </a:prstGeom>
                  </am3d:spPr>
                  <am3d:camera>
                    <am3d:pos x="0" y="0" z="530389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809538" d="1000000"/>
                    <am3d:preTrans dx="-124000" dy="-18000000" dz="127018"/>
                    <am3d:scale>
                      <am3d:sx n="1000000" d="1000000"/>
                      <am3d:sy n="1000000" d="1000000"/>
                      <am3d:sz n="1000000" d="1000000"/>
                    </am3d:scale>
                    <am3d:rot ay="108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287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Caroler in Blue Jacket">
                <a:extLst>
                  <a:ext uri="{FF2B5EF4-FFF2-40B4-BE49-F238E27FC236}">
                    <a16:creationId xmlns:a16="http://schemas.microsoft.com/office/drawing/2014/main" id="{BC7B200C-65A8-FD52-DC45-C5864FA9BC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5376" y="1233537"/>
                <a:ext cx="1827003" cy="46246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71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18"/>
    </mc:Choice>
    <mc:Fallback xmlns="">
      <p:transition spd="slow" advTm="150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Valarmathi S</dc:creator>
  <cp:lastModifiedBy>Valarmathi S</cp:lastModifiedBy>
  <cp:revision>2</cp:revision>
  <dcterms:created xsi:type="dcterms:W3CDTF">2025-10-22T02:59:28Z</dcterms:created>
  <dcterms:modified xsi:type="dcterms:W3CDTF">2025-11-21T02:42:37Z</dcterms:modified>
</cp:coreProperties>
</file>